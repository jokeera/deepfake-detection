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300" r:id="rId22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кибернетики
Направление 01.04.02 «Прикладная математика и информатика»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 магистра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t>Студент: Тараканов Александр Алексеевич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t>Научный руководитель: Смирнов Дмитрий Сергеевич, доцент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—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Параллельное извлечение временных признаков с явным temporal input — не реализовано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 (ablation study по компонентам)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Backbone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лёгкий backbone для temporal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 датасета (DFDC02+DFD01+CelebDF): ~10000 видео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(без утечки данных)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optimizer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Differential LR: backbone 1e-4, head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Warmup: 5 эпох (замороженный backbone)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Unfreeze: 2 последних блока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(patience=7)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как primary metric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Результаты: In-domain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(B1)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(B3)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в in-domain (AUC 0.9835) за счёт dataset-specific артефактов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Dual-path (0.9777) успешно объединяет оба типа сигналов без потери качества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Cross-dataset evaluation (DFDC02 → DFD01) подтвердила преимущество dual-path при обобщении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анализ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Ранжирование по AUC: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Spatial-only (0.9835)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Dual-path full (0.9777)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Sequential CNN+BiLSTM (0.9715)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Temporal-only (0.9655)</a:t>
            </a:r>
          </a:p>
          <a:p>
            <a:pPr>
              <a:spcBef>
                <a:spcPts val="2000"/>
              </a:spcBef>
              <a:defRPr sz="18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Temporal-only (0.9655) подтверждает:</a:t>
            </a:r>
            <a:br/>
            <a:r>
              <a:t>frame differences — самостоятельный дискриминативный сигнал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Sequential (0.9715) &lt; Spatial (0.9835):</a:t>
            </a:r>
            <a:br/>
            <a:r>
              <a:t>каскадная обработка ухудшает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Валидация гипотез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✓  Временные признаки несут независимую информацию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Параллельная обработка лучше последовательной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Frame differences — эффективная репрезентация</a:t>
            </a:r>
          </a:p>
          <a:p>
            <a:pPr>
              <a:spcBef>
                <a:spcPts val="1200"/>
              </a:spcBef>
              <a:defRPr sz="1500" b="1">
                <a:solidFill>
                  <a:srgbClr val="CC5500"/>
                </a:solidFill>
              </a:defRPr>
            </a:pPr>
            <a:r>
              <a:t>→  Cross-dataset (DFDC02→DFD01): dual-path показал преимущество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Практическая применимость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Flask MVP: веб-интерфейс для анализа видео</a:t>
            </a:r>
          </a:p>
          <a:p>
            <a:pPr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Загрузка видео → детектирование → результат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Научная новизна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1.  Параллельная dual-path архитектура с независимыми spatial и temporal ветвями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2.  Frame differences как явный temporal input (вместо optical flow или raw RGB)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3.  Систематическая классификация пространственных и временных артефактов deepfake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Текущие ограничения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Обучение выполнено на трёх датасетах (10023 видео)</a:t>
            </a:r>
            <a:br/>
            <a:r>
              <a:t>Cross-dataset и multi-dataset evaluation выполнены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Исследованы T=16 и T=32</a:t>
            </a:r>
            <a:br/>
            <a:r>
              <a:t>(не адаптируется к длине видео)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Бинарная классификация</a:t>
            </a:r>
            <a:br/>
            <a:r>
              <a:t>(без определения типа манипуляции)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3 датасета, 3 метода генерации</a:t>
            </a:r>
            <a:br/>
            <a:r>
              <a:t>(DFDC02+DFD01+CelebDF)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Расширение на FaceForensics++</a:t>
            </a:r>
            <a:br/>
            <a:r>
              <a:t>(дополнительные датасеты и методы генерации)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Разработан метод детектирования deepfake с dual-path архитектурой, объединяющей параллельные пространственную и временную ветви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Достигнут AUC 0.994 на трёх датасетах при T=32 (DFDC02+DFD01+CelebDF, ~10000 видео)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Ablation study подтвердил вклад каждого компонента и валидность архитектурных решений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T=32 повысило AUC с 0.959 (T=16) до 0.994 (T=32), EER снизился на 66%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Реализован полный воспроизводимый pipeline + Flask MVP для практического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t>Готов ответить на ваши вопросы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(in-domain, DFDC02)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Масштабирование: 3 датасета + T=32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Конфигурация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EER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1DS DFDC02, T=16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2DS +DFD01, T=16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0.8990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0.8770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3DS +CelebDF, T=16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0.9587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0.9436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0.121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3DS +CelebDF, T=32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0.9943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0.9672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0.041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Мультидатасетное обучение: AUC 0.978 → 0.899 → 0.959 → 0.994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T=32 снижает EER на 66% (0.121 → 0.041)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Full dual-path модель лидирует при всех конфигурациях на 3 датасетах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