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
Направление 01.04.02 «Прикладная математика и информатика»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 магистра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Тараканов Александр Алексеевич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Смирнов Дмитрий Сергеевич, доцент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Параллельное извлечение временных признаков с явным temporal input — не реализовано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(in-domain, DFDC02)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Лучшие результаты: Ablation Study на 3DS,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Модель (3 датасета, T=32)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A1: Full dual-path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96.7%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A2: Spatial-only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0.9904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A3: Temporal-only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95.4%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A4: Sequential (BiLSTM)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0.9844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94.9%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0.057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Full dual-path (A1) лидирует по всем метрикам: AUC 0.994, EER 0.041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Масштабирование: 1DS→2DS→3DS + T=32 повысило AUC с 0.978 до 0.994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EER снизился на 66% (0.121 → 0.041) при переходе T=16 → T=32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